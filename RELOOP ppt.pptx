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ow Medium" charset="1" panose="00000600000000000000"/>
      <p:regular r:id="rId11"/>
    </p:embeddedFont>
    <p:embeddedFont>
      <p:font typeface="Now Bold" charset="1" panose="00000800000000000000"/>
      <p:regular r:id="rId12"/>
    </p:embeddedFont>
    <p:embeddedFont>
      <p:font typeface="Prata" charset="1" panose="00000500000000000000"/>
      <p:regular r:id="rId13"/>
    </p:embeddedFont>
    <p:embeddedFont>
      <p:font typeface="Le Jour Serif" charset="1" panose="02000500000000000000"/>
      <p:regular r:id="rId14"/>
    </p:embeddedFont>
    <p:embeddedFont>
      <p:font typeface="League Spartan" charset="1" panose="00000800000000000000"/>
      <p:regular r:id="rId15"/>
    </p:embeddedFont>
    <p:embeddedFont>
      <p:font typeface="Lato Bold Italics" charset="1" panose="020F050202020403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15732" y="2142670"/>
            <a:ext cx="10456536" cy="437279"/>
          </a:xfrm>
          <a:custGeom>
            <a:avLst/>
            <a:gdLst/>
            <a:ahLst/>
            <a:cxnLst/>
            <a:rect r="r" b="b" t="t" l="l"/>
            <a:pathLst>
              <a:path h="437279" w="10456536">
                <a:moveTo>
                  <a:pt x="0" y="0"/>
                </a:moveTo>
                <a:lnTo>
                  <a:pt x="10456536" y="0"/>
                </a:lnTo>
                <a:lnTo>
                  <a:pt x="10456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14544" y="2589474"/>
            <a:ext cx="11133576" cy="79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A Constituent Unit of </a:t>
            </a:r>
          </a:p>
          <a:p>
            <a:pPr algn="ctr">
              <a:lnSpc>
                <a:spcPts val="3268"/>
              </a:lnSpc>
            </a:pPr>
            <a:r>
              <a:rPr lang="en-US" sz="2723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MALLA REDDY VISHWAVIDYAPEETH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605845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25244" y="4285339"/>
            <a:ext cx="218756" cy="2361309"/>
          </a:xfrm>
          <a:custGeom>
            <a:avLst/>
            <a:gdLst/>
            <a:ahLst/>
            <a:cxnLst/>
            <a:rect r="r" b="b" t="t" l="l"/>
            <a:pathLst>
              <a:path h="2361309" w="218756">
                <a:moveTo>
                  <a:pt x="0" y="0"/>
                </a:moveTo>
                <a:lnTo>
                  <a:pt x="218756" y="0"/>
                </a:lnTo>
                <a:lnTo>
                  <a:pt x="21875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64488" y="398138"/>
            <a:ext cx="2187560" cy="2579949"/>
          </a:xfrm>
          <a:custGeom>
            <a:avLst/>
            <a:gdLst/>
            <a:ahLst/>
            <a:cxnLst/>
            <a:rect r="r" b="b" t="t" l="l"/>
            <a:pathLst>
              <a:path h="2579949" w="2187560">
                <a:moveTo>
                  <a:pt x="0" y="0"/>
                </a:moveTo>
                <a:lnTo>
                  <a:pt x="2187560" y="0"/>
                </a:lnTo>
                <a:lnTo>
                  <a:pt x="218756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24516" y="4048844"/>
            <a:ext cx="3913632" cy="6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Maisammaguda, Medchal (Dist), Hyderabad, Telangana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34488" y="9423373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84064" y="9728261"/>
            <a:ext cx="8705088" cy="28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b="true" sz="1916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EDUCATION      INNOVATION      EXCELLENCE      SERVICE TO SOCIETY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43216" y="3560366"/>
            <a:ext cx="3474720" cy="31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2095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(Deemed to be University)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86784" y="1225328"/>
            <a:ext cx="10387584" cy="118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b="true" sz="7690">
                <a:solidFill>
                  <a:srgbClr val="1A79E1"/>
                </a:solidFill>
                <a:latin typeface="Now Bold"/>
                <a:ea typeface="Now Bold"/>
                <a:cs typeface="Now Bold"/>
                <a:sym typeface="Now Bold"/>
              </a:rPr>
              <a:t>TECHNICAL CAMPUS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05856" y="196628"/>
            <a:ext cx="6876288" cy="118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b="true" sz="769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MALLA REDDY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172075"/>
            <a:ext cx="6594791" cy="729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5"/>
              </a:lnSpc>
            </a:pPr>
            <a:r>
              <a:rPr lang="en-US" sz="5004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PRESENTRED BY: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4086" y="7151473"/>
            <a:ext cx="12991532" cy="178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365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SAIYAGNESGH--25MVCSMR0202</a:t>
            </a:r>
          </a:p>
          <a:p>
            <a:pPr algn="ctr">
              <a:lnSpc>
                <a:spcPts val="3467"/>
              </a:lnSpc>
            </a:pPr>
            <a:r>
              <a:rPr lang="en-US" sz="365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TEJA--25MVCSMR0252</a:t>
            </a:r>
          </a:p>
          <a:p>
            <a:pPr algn="ctr">
              <a:lnSpc>
                <a:spcPts val="3467"/>
              </a:lnSpc>
            </a:pPr>
            <a:r>
              <a:rPr lang="en-US" sz="365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ANAND--25MVCSMR0200</a:t>
            </a:r>
          </a:p>
          <a:p>
            <a:pPr algn="ctr">
              <a:lnSpc>
                <a:spcPts val="3467"/>
              </a:lnSpc>
            </a:pPr>
            <a:r>
              <a:rPr lang="en-US" sz="365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YESHASWIN--25MVCSMR0225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4086" y="6083891"/>
            <a:ext cx="5099307" cy="76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1"/>
              </a:lnSpc>
            </a:pPr>
            <a:r>
              <a:rPr lang="en-US" sz="4849" spc="24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19 -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34488" y="6055727"/>
            <a:ext cx="10453445" cy="7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b="true" sz="5497" i="true" spc="236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RELOOP MARKETPLACE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92098" y="0"/>
            <a:ext cx="12532069" cy="4604307"/>
          </a:xfrm>
          <a:custGeom>
            <a:avLst/>
            <a:gdLst/>
            <a:ahLst/>
            <a:cxnLst/>
            <a:rect r="r" b="b" t="t" l="l"/>
            <a:pathLst>
              <a:path h="4604307" w="12532069">
                <a:moveTo>
                  <a:pt x="0" y="0"/>
                </a:moveTo>
                <a:lnTo>
                  <a:pt x="12532069" y="0"/>
                </a:lnTo>
                <a:lnTo>
                  <a:pt x="12532069" y="4604307"/>
                </a:lnTo>
                <a:lnTo>
                  <a:pt x="0" y="4604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1" r="0" b="-7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3177" y="4336387"/>
            <a:ext cx="12610435" cy="5636482"/>
          </a:xfrm>
          <a:custGeom>
            <a:avLst/>
            <a:gdLst/>
            <a:ahLst/>
            <a:cxnLst/>
            <a:rect r="r" b="b" t="t" l="l"/>
            <a:pathLst>
              <a:path h="5636482" w="12610435">
                <a:moveTo>
                  <a:pt x="0" y="0"/>
                </a:moveTo>
                <a:lnTo>
                  <a:pt x="12610435" y="0"/>
                </a:lnTo>
                <a:lnTo>
                  <a:pt x="12610435" y="5636482"/>
                </a:lnTo>
                <a:lnTo>
                  <a:pt x="0" y="5636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3072" y="623484"/>
            <a:ext cx="16556228" cy="8503881"/>
          </a:xfrm>
          <a:custGeom>
            <a:avLst/>
            <a:gdLst/>
            <a:ahLst/>
            <a:cxnLst/>
            <a:rect r="r" b="b" t="t" l="l"/>
            <a:pathLst>
              <a:path h="8503881" w="16556228">
                <a:moveTo>
                  <a:pt x="0" y="0"/>
                </a:moveTo>
                <a:lnTo>
                  <a:pt x="16556228" y="0"/>
                </a:lnTo>
                <a:lnTo>
                  <a:pt x="16556228" y="8503881"/>
                </a:lnTo>
                <a:lnTo>
                  <a:pt x="0" y="8503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1026" y="401769"/>
            <a:ext cx="16748274" cy="9537212"/>
          </a:xfrm>
          <a:custGeom>
            <a:avLst/>
            <a:gdLst/>
            <a:ahLst/>
            <a:cxnLst/>
            <a:rect r="r" b="b" t="t" l="l"/>
            <a:pathLst>
              <a:path h="9537212" w="16748274">
                <a:moveTo>
                  <a:pt x="0" y="0"/>
                </a:moveTo>
                <a:lnTo>
                  <a:pt x="16748274" y="0"/>
                </a:lnTo>
                <a:lnTo>
                  <a:pt x="16748274" y="9537212"/>
                </a:lnTo>
                <a:lnTo>
                  <a:pt x="0" y="953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3069" y="198217"/>
            <a:ext cx="17740298" cy="8702788"/>
          </a:xfrm>
          <a:custGeom>
            <a:avLst/>
            <a:gdLst/>
            <a:ahLst/>
            <a:cxnLst/>
            <a:rect r="r" b="b" t="t" l="l"/>
            <a:pathLst>
              <a:path h="8702788" w="17740298">
                <a:moveTo>
                  <a:pt x="0" y="0"/>
                </a:moveTo>
                <a:lnTo>
                  <a:pt x="17740299" y="0"/>
                </a:lnTo>
                <a:lnTo>
                  <a:pt x="17740299" y="8702788"/>
                </a:lnTo>
                <a:lnTo>
                  <a:pt x="0" y="8702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DAHWkf3qsT4</dc:identifier>
  <dcterms:modified xsi:type="dcterms:W3CDTF">2011-08-01T06:04:30Z</dcterms:modified>
  <cp:revision>1</cp:revision>
  <dc:title>RELOOP ppt</dc:title>
</cp:coreProperties>
</file>